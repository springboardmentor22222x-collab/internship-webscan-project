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7AD4-7DE9-671B-5012-B03178628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Infosys project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C1389-48AC-C712-A958-19DF4960A3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Webscan pro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6D56C-A592-2E08-88FC-5F5B46B8F487}"/>
              </a:ext>
            </a:extLst>
          </p:cNvPr>
          <p:cNvSpPr txBox="1"/>
          <p:nvPr/>
        </p:nvSpPr>
        <p:spPr>
          <a:xfrm>
            <a:off x="8150942" y="5663381"/>
            <a:ext cx="3588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SANDEEP KUMAR</a:t>
            </a:r>
          </a:p>
          <a:p>
            <a:r>
              <a:rPr lang="en-US" dirty="0"/>
              <a:t>                                IIT PATNA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70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B52CD75-8A8B-AC53-2A29-F9E593A0DED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73625" y="930326"/>
            <a:ext cx="10894142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Challenge: Web Application Vulnerabilities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Risk of Exploitation: Web applications are frequent targets for cyberattacks due to common flaws like SQL Injection and Cross-Site Scripting (XSS).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OWASP Top 10 Risks: Many applications fail to protect against standard vulnerabilities, leading to data breaches and broken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 of Detection: Manually checking every input field and URL for security flaws is slow, error-prone, and inefficient.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Need for Automation: To secure these applications, there is a critical need for an automated tool that can simulate attack vectors and generate actionable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4768D7F-2C9F-034F-EAE9-1B56C7EBDAE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7819" y="-1179639"/>
            <a:ext cx="12064180" cy="735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 &amp; Scope of WebScanPro: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Scanning: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tool to automatically discover web pages and input 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Vulnerability Detection: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modules to detect: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Injection (SQLi)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Cross-Site Scripting (XSS)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Authentication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Insecure Direct Object References (IDOR)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comprehensive HTML reports with actionable mitigation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25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96D6BCB-B148-6CF7-9C6B-482BAE448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32" y="793029"/>
            <a:ext cx="10749802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WebScanPro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 (Scripting &amp; Automation)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Requests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(HTTP Sessions),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BeautifulSoup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(HTML Parsing).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Environment: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DVWA (Damn Vulnerable Web Application) running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Docker/XAMPP.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Login &amp; Session Setup.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Crawling: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 URLs and Forms.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Scanning: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Inject Payloads (SQLi, XSS).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Output results to HTML.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45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A542430-9107-525C-25E0-C64682955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40" y="1280329"/>
            <a:ext cx="986423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- Crawling &amp; Exploration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 Scanning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discovery of internal URLs and input fields.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Bypasses login screens using automated CSRF token extraction.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Spiders through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tags to build a map of the site.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&lt;form&gt;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tags to identify injection points (GET/POST parameters)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mapped all DVWA vulnerability endpoints.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55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65BFF55-348B-D74A-2FD1-319B4EDBC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64" y="1091381"/>
            <a:ext cx="11277446" cy="4909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- SQL Injection &amp; XSS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Injection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Injection (SQLi):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Injected payloads like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 OR '1'='1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input fields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Monitored server responses for database errors or data dumps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retrieving all user emails).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Cross-Site Scripting (XSS):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Injected JavaScript payloads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&lt;script&gt;alert('XSS')&lt;/script&gt;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Checked if the server reflected the script back without sanitization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(Reflected XSS).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69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4662E1-A7FA-C075-85EE-A8E4D4711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65" y="1174552"/>
            <a:ext cx="11211274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- Auth &amp; IDOR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Testing: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 Dictionary Attack (Brute Force) against the login page.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Session Cookies for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Secure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HttpOnly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flags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IDOR (Insecure Direct Object Reference):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for Horizontal Privilege Escalation.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Iterated through User IDs (e.g.,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id=1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id=2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access unauthorized user profiles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77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7A0CEA-7735-A18A-A029-C1A8EDA01A92}"/>
              </a:ext>
            </a:extLst>
          </p:cNvPr>
          <p:cNvSpPr txBox="1"/>
          <p:nvPr/>
        </p:nvSpPr>
        <p:spPr>
          <a:xfrm>
            <a:off x="1258529" y="1120877"/>
            <a:ext cx="1010756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Key Results (Screenshots)(given in REPORTS)</a:t>
            </a:r>
          </a:p>
          <a:p>
            <a:endParaRPr lang="en-IN" b="1" dirty="0"/>
          </a:p>
          <a:p>
            <a:endParaRPr lang="en-IN" b="1" dirty="0"/>
          </a:p>
          <a:p>
            <a:endParaRPr lang="en-IN" sz="2400" b="1" dirty="0"/>
          </a:p>
          <a:p>
            <a:r>
              <a:rPr lang="en-IN" sz="2400" b="1" dirty="0"/>
              <a:t>Heading:</a:t>
            </a:r>
            <a:r>
              <a:rPr lang="en-IN" sz="2400" dirty="0"/>
              <a:t> Vulnerability Findings </a:t>
            </a:r>
            <a:r>
              <a:rPr lang="en-IN" sz="2400" i="1" dirty="0"/>
              <a:t>(Insert your best screenshots here:)</a:t>
            </a:r>
            <a:endParaRPr lang="en-IN" sz="2400" dirty="0"/>
          </a:p>
          <a:p>
            <a:r>
              <a:rPr lang="en-IN" sz="2400" b="1" dirty="0"/>
              <a:t>Terminal Output:</a:t>
            </a:r>
            <a:r>
              <a:rPr lang="en-IN" sz="2400" dirty="0"/>
              <a:t> Showing [!!!] VULNERABILITY FOUND for SQLi.</a:t>
            </a:r>
          </a:p>
          <a:p>
            <a:r>
              <a:rPr lang="en-IN" sz="2400" b="1" dirty="0"/>
              <a:t>Terminal Output:</a:t>
            </a:r>
            <a:r>
              <a:rPr lang="en-IN" sz="2400" dirty="0"/>
              <a:t> Showing [!!!] DATA LEAKED for IDOR.</a:t>
            </a:r>
          </a:p>
          <a:p>
            <a:r>
              <a:rPr lang="en-IN" sz="2400" b="1" dirty="0"/>
              <a:t>Terminal Output:</a:t>
            </a:r>
            <a:r>
              <a:rPr lang="en-IN" sz="2400" dirty="0"/>
              <a:t> Showing [!!!] Password Found for Brute Force.</a:t>
            </a:r>
          </a:p>
        </p:txBody>
      </p:sp>
    </p:spTree>
    <p:extLst>
      <p:ext uri="{BB962C8B-B14F-4D97-AF65-F5344CB8AC3E}">
        <p14:creationId xmlns:p14="http://schemas.microsoft.com/office/powerpoint/2010/main" val="109721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C790309-E337-0A7A-32E9-F8568D9CE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7" y="1068625"/>
            <a:ext cx="1110752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Report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 Report generated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Vulnerability Type &amp; Severity (High/Medium/Low).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Affected URL.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Payload Used.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Mitigation Strategies: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"Use Prepared Statements," "Sanitize Inputs").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(Insert Screenshot of the HTML Report Table)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85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026E694-597F-7E3D-6ECD-D5EB19074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48" y="1064575"/>
            <a:ext cx="961898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Conclusion &amp; Future Scope: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Conclusion &amp; Future Improvements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WebScanPro successfully met all project milestones.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the automation of 4 critical OWASP vulnerabilities.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Proved effective against the DVWA target environment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Graphical User Interface (GUI).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threading for faster scanning.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to cover more vulnerabilities (e.g., CSRF, File Upload).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85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BBA1E-2ADE-1934-4B15-3E0B61F81662}"/>
              </a:ext>
            </a:extLst>
          </p:cNvPr>
          <p:cNvSpPr txBox="1"/>
          <p:nvPr/>
        </p:nvSpPr>
        <p:spPr>
          <a:xfrm>
            <a:off x="2772697" y="1445341"/>
            <a:ext cx="77379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THANK YOU</a:t>
            </a:r>
          </a:p>
          <a:p>
            <a:r>
              <a:rPr lang="en-US" sz="8800" dirty="0"/>
              <a:t>                     INFOSYS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11077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{DC6EB7EC-0427-472C-839E-2E7CE977A8B4}tf03457452</Template>
  <TotalTime>19</TotalTime>
  <Words>656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Calibri</vt:lpstr>
      <vt:lpstr>Calibri Light</vt:lpstr>
      <vt:lpstr>Celestial</vt:lpstr>
      <vt:lpstr>Infosys project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Kumar</dc:creator>
  <cp:lastModifiedBy>Sandeep Kumar</cp:lastModifiedBy>
  <cp:revision>1</cp:revision>
  <dcterms:created xsi:type="dcterms:W3CDTF">2026-01-06T21:05:28Z</dcterms:created>
  <dcterms:modified xsi:type="dcterms:W3CDTF">2026-01-06T21:24:55Z</dcterms:modified>
</cp:coreProperties>
</file>